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GLP-1, GLP-1R, différences PK/PD — molécule par molécule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(LEADER, SELECT, FLOW…)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Plausibilité ≠ preuve ; LIXIPARK vs Exenatide-PD3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Sécurisation, tolérance, pas d’indication hors recherche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Bradykinésie + tremblement/rigidité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Symptômes non moteurs majeurs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α-synucléine +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Traitements = symptomatiques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certain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/ score moteur et neuroprotection.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Améliorer un score (ex. MDS-UPDRS) ≠ prouver un effet modificateur.
Biomarqueurs de progression encore insuffisants — d’où la prudence méthodologique.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 du repositionnement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 existante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Développement accéléré possible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Mais preuve d’efficacité toujours requise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Prudence scientifique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Plausibilité ≠ efficacité clinique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d’équivalence entre molécules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d’effet de classe présumé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Symptomatique ≠ modificateur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Indication PD : aucune à ce jour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 /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2×/j ou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Exenatide-PD3 négatif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 (phase II)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LEADER / obésité 3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SELECT · FLOW · MOST-ABLE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Non sélectif GLP-1R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Tirzépatide ≠ agoniste sélectif. Structure/PK variables → pas d’effet de classe neurologique présumé.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 clinique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fréquents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Attention âgés / fragiles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Risque dénutrition / sarcopénie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 (MACE↓)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SELECT : séma sans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FLOW : séma +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Molécule ≠ classe entière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Études pilotes / phase II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moteur exploratoire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Bonne tolérance globale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 justifié Exenatide-PD3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Exenatide-PD3 (phase III)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194 participants · 96 semaines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Exénatide hebdomadaire vs placebo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MDS-UPDRS III OFF : pas de différence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d’effet modificateur démontré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Fin de l’optimisme de classe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Phase II · 156 patients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Parkinson précoce · 12 mois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MDS-UPDRS III : −0,04 vs +3,04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Différence ajustée : 3,08 pts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 ↑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d’indication réglementaire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 (pilote/ph.II)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Faible effectif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 (lixisénatide)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Ph.II · 156 · 12 mois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+3,08 pts MDS-UPDRS III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Ph.III · 194 · 96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Négatif (OFF)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MOST-ABLE (séma oral)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Ph.II · 99 · 48 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Résultats en attente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Pas d’effet de classe démontré. Pas d’indication dans Parkinson hors essai clinique.
Méta-analyse globale : pas de bénéfice moteur significatif (signal courte durée = exploratoire).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Phase II ≠ preuve modificatrice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Durées souvent trop courtes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MDS-UPDRS OFF insuffisant seul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Biomarqueurs non validés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Hétérogénéité patients / molécules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Stade précoce + suivi long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Critères moteurs + non moteurs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Cognition, chutes, nutrition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Stratification / biomarqueurs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MOST-ABLE et essais confirmatoires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 /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&amp;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Constipation / perte de poids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Risque chute / sarcopénie (PD)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Hors essai = pas d’indication PD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Oublis / conservation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Constipation (PD)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Hydratation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Dénutrition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Chutes / fragilité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d’indication PD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Attentes réalistes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Anti-automédication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Diététicien /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 en métabolisme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: bénéfices molécule-spécifiques.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PD plausible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Survie, mitochondries, inflammation, α-syn —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LIXIPARK + (ph.II) · Exenatide-PD3 − · pas d’effet de classe.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Pas d’indication actuelle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Hors protocole de recherche : ne pas prescrire dans Parkinson.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central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tolérance, nutrition, information réaliste.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