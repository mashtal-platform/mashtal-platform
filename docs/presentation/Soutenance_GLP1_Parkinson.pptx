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6" name="Picture 5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640080"/>
            <a:ext cx="53035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